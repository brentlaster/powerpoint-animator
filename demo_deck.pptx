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Expect left-to-right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marker — tool should skip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Both rows reveal right-to-left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Fan-out: source, then Top, Middle, Bottom in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1 — Linear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834640"/>
            <a:ext cx="1645920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Deliver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383280"/>
            <a:ext cx="13716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3383280"/>
            <a:ext cx="13716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3383280"/>
            <a:ext cx="109728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Four-stage ETL pipeline used in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2 — Decision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201168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4" name="Diamond 3"/>
          <p:cNvSpPr/>
          <p:nvPr/>
        </p:nvSpPr>
        <p:spPr>
          <a:xfrm>
            <a:off x="3931920" y="2560320"/>
            <a:ext cx="2194560" cy="1645920"/>
          </a:xfrm>
          <a:prstGeom prst="diamond">
            <a:avLst/>
          </a:prstGeom>
          <a:solidFill>
            <a:srgbClr val="E67E22"/>
          </a:solidFill>
          <a:ln>
            <a:solidFill>
              <a:srgbClr val="B35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Valid?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201168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206240"/>
            <a:ext cx="2011680" cy="1097280"/>
          </a:xfrm>
          <a:prstGeom prst="roundRect">
            <a:avLst/>
          </a:prstGeom>
          <a:solidFill>
            <a:srgbClr val="C0504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383280"/>
            <a:ext cx="118872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029200" y="2011680"/>
            <a:ext cx="2743200" cy="54864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4206240"/>
            <a:ext cx="2743200" cy="54864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Yes flows up, No flows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3 — Before /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2377440" cy="1645920"/>
          </a:xfrm>
          <a:prstGeom prst="roundRect">
            <a:avLst/>
          </a:prstGeom>
          <a:solidFill>
            <a:srgbClr val="BFBFB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2560320"/>
            <a:ext cx="2377440" cy="164592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4572000" cy="1097280"/>
          </a:xfrm>
          <a:prstGeom prst="rightArrow">
            <a:avLst/>
          </a:prstGeom>
          <a:solidFill>
            <a:srgbClr val="70AD47"/>
          </a:solidFill>
          <a:ln>
            <a:solidFill>
              <a:srgbClr val="507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Legacy manual workflow, high error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480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Automated pipeline, 10× faster.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4 — Unmarked, leave alone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743200"/>
            <a:ext cx="2743200" cy="137160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Untouched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5 — Reversed / Left-pointing arrows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19456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4" name="Left Arrow 3"/>
          <p:cNvSpPr/>
          <p:nvPr/>
        </p:nvSpPr>
        <p:spPr>
          <a:xfrm>
            <a:off x="3474720" y="1828800"/>
            <a:ext cx="2743200" cy="731520"/>
          </a:xfrm>
          <a:prstGeom prst="leftArrow">
            <a:avLst/>
          </a:prstGeom>
          <a:solidFill>
            <a:srgbClr val="70AD47"/>
          </a:solidFill>
          <a:ln>
            <a:solidFill>
              <a:srgbClr val="507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219456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19456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931920"/>
            <a:ext cx="219456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Origin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4480560"/>
            <a:ext cx="3931920" cy="0"/>
          </a:xfrm>
          <a:prstGeom prst="line">
            <a:avLst/>
          </a:prstGeom>
          <a:ln w="31750">
            <a:solidFill>
              <a:srgbClr val="333333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6 — Fan-out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201168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188720"/>
            <a:ext cx="2011680" cy="91440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926080"/>
            <a:ext cx="201168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Middle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663440"/>
            <a:ext cx="2011680" cy="914400"/>
          </a:xfrm>
          <a:prstGeom prst="roundRect">
            <a:avLst/>
          </a:prstGeom>
          <a:solidFill>
            <a:srgbClr val="C0504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Bottom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743200" y="1645920"/>
            <a:ext cx="4572000" cy="173736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383280"/>
            <a:ext cx="45720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3383280"/>
            <a:ext cx="4572000" cy="173736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